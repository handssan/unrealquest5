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6F836-CB82-449D-A3BD-834CE765DB95}" v="2" dt="2023-05-22T14:21:05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井 哲宏" userId="3f458e77272cb2f3" providerId="LiveId" clId="{4A76F836-CB82-449D-A3BD-834CE765DB95}"/>
    <pc:docChg chg="undo custSel addSld modSld">
      <pc:chgData name="新井 哲宏" userId="3f458e77272cb2f3" providerId="LiveId" clId="{4A76F836-CB82-449D-A3BD-834CE765DB95}" dt="2023-05-22T14:21:31.027" v="431" actId="1076"/>
      <pc:docMkLst>
        <pc:docMk/>
      </pc:docMkLst>
      <pc:sldChg chg="addSp modSp mod">
        <pc:chgData name="新井 哲宏" userId="3f458e77272cb2f3" providerId="LiveId" clId="{4A76F836-CB82-449D-A3BD-834CE765DB95}" dt="2023-05-22T14:21:31.027" v="431" actId="1076"/>
        <pc:sldMkLst>
          <pc:docMk/>
          <pc:sldMk cId="4256784112" sldId="257"/>
        </pc:sldMkLst>
        <pc:spChg chg="mod">
          <ac:chgData name="新井 哲宏" userId="3f458e77272cb2f3" providerId="LiveId" clId="{4A76F836-CB82-449D-A3BD-834CE765DB95}" dt="2023-05-22T14:20:56.092" v="385" actId="1076"/>
          <ac:spMkLst>
            <pc:docMk/>
            <pc:sldMk cId="4256784112" sldId="257"/>
            <ac:spMk id="4" creationId="{DB1FD860-6001-F0B0-D6A4-CDA58B340895}"/>
          </ac:spMkLst>
        </pc:spChg>
        <pc:spChg chg="add mod">
          <ac:chgData name="新井 哲宏" userId="3f458e77272cb2f3" providerId="LiveId" clId="{4A76F836-CB82-449D-A3BD-834CE765DB95}" dt="2023-05-22T14:21:31.027" v="431" actId="1076"/>
          <ac:spMkLst>
            <pc:docMk/>
            <pc:sldMk cId="4256784112" sldId="257"/>
            <ac:spMk id="5" creationId="{C8EB886E-2A6B-A7B9-5470-61865A3078D3}"/>
          </ac:spMkLst>
        </pc:spChg>
      </pc:sldChg>
      <pc:sldChg chg="addSp delSp new mod">
        <pc:chgData name="新井 哲宏" userId="3f458e77272cb2f3" providerId="LiveId" clId="{4A76F836-CB82-449D-A3BD-834CE765DB95}" dt="2023-05-22T12:09:06.762" v="124" actId="22"/>
        <pc:sldMkLst>
          <pc:docMk/>
          <pc:sldMk cId="932261849" sldId="258"/>
        </pc:sldMkLst>
        <pc:spChg chg="del">
          <ac:chgData name="新井 哲宏" userId="3f458e77272cb2f3" providerId="LiveId" clId="{4A76F836-CB82-449D-A3BD-834CE765DB95}" dt="2023-05-22T12:09:04.928" v="123" actId="478"/>
          <ac:spMkLst>
            <pc:docMk/>
            <pc:sldMk cId="932261849" sldId="258"/>
            <ac:spMk id="2" creationId="{0593BB12-BF17-A5E3-B997-A91A9E3D9F3F}"/>
          </ac:spMkLst>
        </pc:spChg>
        <pc:spChg chg="del">
          <ac:chgData name="新井 哲宏" userId="3f458e77272cb2f3" providerId="LiveId" clId="{4A76F836-CB82-449D-A3BD-834CE765DB95}" dt="2023-05-22T12:09:04.928" v="123" actId="478"/>
          <ac:spMkLst>
            <pc:docMk/>
            <pc:sldMk cId="932261849" sldId="258"/>
            <ac:spMk id="3" creationId="{71699D89-3303-A005-F0F0-E152A7A52AE5}"/>
          </ac:spMkLst>
        </pc:spChg>
        <pc:picChg chg="add">
          <ac:chgData name="新井 哲宏" userId="3f458e77272cb2f3" providerId="LiveId" clId="{4A76F836-CB82-449D-A3BD-834CE765DB95}" dt="2023-05-22T12:09:06.762" v="124" actId="22"/>
          <ac:picMkLst>
            <pc:docMk/>
            <pc:sldMk cId="932261849" sldId="258"/>
            <ac:picMk id="5" creationId="{91C633F6-44ED-E5F8-DD28-13ADD5E70A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5E8D53-2FCA-2770-002E-D2DDFFDBF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B2F2E0-D88F-41CF-DD3C-2F8B47331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7BC5B-8903-6287-F4EF-1BC07E35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DD03F5-2C22-8302-7B99-C756796F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4874BF-2B5C-CD28-6E23-3E8FC306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34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4325A-D994-DF1C-7C13-0215A2CC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AD6D8D-E37B-E8EB-EC31-D77D01A11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8377C0-1CBD-6CB8-3BD5-446C0F3C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A8180A-BAC0-7FD8-9985-4638FC9B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F2A15F-AFBA-6750-758B-6D897632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9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6A4E8-57BA-D575-B777-CB114F14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577531-E03A-5489-CE83-98E847997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42697-E514-7AC8-F4C5-52E8F115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3452AE-DF3E-12CD-AD6F-6B2E6055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41339D-BAB2-D9C7-085C-B0EF0321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46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FB427-ACF7-C5BC-DA63-E2245A6B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08373F-01C9-2CB1-A8FE-DA82C2CC1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F1F499-8D9C-C36A-988F-EAAF06B6D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BB5993-C262-42AD-B92D-6870C737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BB0057-591A-F1E7-810B-B2F39B2A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04CFB6-5074-A864-2E33-56862E85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31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FE53C-669B-E857-F1C1-5986BAB3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64819C-A25F-F751-1AFB-8BC5BA248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902D9-9967-2F71-BA5C-735A974B2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46179E-E434-9A92-1247-967A58115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477992E-0C8D-E58F-75CD-51929AC9D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8DA4DD-38E1-051A-F687-4F8C1032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57B931-890D-8911-4B7B-BEEF4DFE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1B92B4-054B-CA2E-9E17-6C8D4AD3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91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995BC-C2B3-DC95-F7F7-9395515F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AEC52C-3087-9313-8360-DA209A53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4DC154-1B25-E451-4CBC-89CFE7D6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5FE304-D96D-08BC-AFF0-67C4C980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75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1B216A-1570-E1CA-241B-57D0B675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D08873-656B-5D86-CCE5-54659D3D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032872-1A08-5843-6AF3-DB8B94F4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209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3C1A2F-BB8E-B75B-52F8-3818E6E7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397D5C-B2E0-5F0D-8056-4DD837523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66BCD9-9358-A7B1-5B04-C1E86FE4B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F5D9C4-B9C6-9FF4-910F-7067365B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58C2FF-184D-D97B-C8DA-A24E9C22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9BA6B6-7397-9294-715A-467DEDD2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86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F6310-1372-623C-F5BE-F5134CDC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B8FD0EA-FEDD-33AC-AEC9-893B9EB51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1AB240-D84F-E628-DF68-775488FC1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DD347E-8271-6DEF-4A02-DFCCFB55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8FEB70-524F-8C07-5F72-BC803BA6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91D62-FB37-658F-86A3-86AA0CDA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437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B0AE1F-D060-7D4C-1A96-B85684B3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674F2B-B7B0-710E-40F2-DBC3EBD6D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C65D7E-40A5-4AEB-2E57-35D9EBF5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27783D-8E26-39FB-E7F9-E8B80E15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4FCB9-5731-75F2-149D-C6DC98F6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47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1AF659A-3062-78C5-0601-9BCFD78ED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4998FC-F770-47F0-72BB-4C0429434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61B4F5-79C6-AA35-B137-3D9AD904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1877EC-63BD-5698-E4F1-56169292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AF0A32-DE38-8A58-3E96-6DB11A59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13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9EB5E3-2464-68CF-268D-FBCAFE5A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9B8949-8F51-C58D-E94D-43206C06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7C6F8F-3C6A-D71C-4BF9-E46F0D979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7C186-6536-468B-A6A2-2D08356D9418}" type="datetimeFigureOut">
              <a:rPr kumimoji="1" lang="ja-JP" altLang="en-US" smtClean="0"/>
              <a:t>2023/5/22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4A994-DECB-2282-D5FE-92D50BF3B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E98184-CFE1-42F9-9B6F-678E98D84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81D28-9F00-40EA-95EE-C577892344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17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intololab.com/ue4-attack-collisio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1FD860-6001-F0B0-D6A4-CDA58B340895}"/>
              </a:ext>
            </a:extLst>
          </p:cNvPr>
          <p:cNvSpPr txBox="1"/>
          <p:nvPr/>
        </p:nvSpPr>
        <p:spPr>
          <a:xfrm>
            <a:off x="411061" y="327171"/>
            <a:ext cx="109895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/>
              <a:t>１</a:t>
            </a:r>
            <a:endParaRPr kumimoji="1" lang="en-US" altLang="ja-JP" sz="5400"/>
          </a:p>
          <a:p>
            <a:r>
              <a:rPr kumimoji="1" lang="ja-JP" altLang="en-US" sz="5400"/>
              <a:t>刀の</a:t>
            </a:r>
            <a:r>
              <a:rPr kumimoji="1" lang="en-US" altLang="ja-JP" sz="5400"/>
              <a:t>BP</a:t>
            </a:r>
            <a:r>
              <a:rPr kumimoji="1" lang="ja-JP" altLang="en-US" sz="5400"/>
              <a:t>を作る</a:t>
            </a:r>
            <a:endParaRPr kumimoji="1" lang="en-US" altLang="ja-JP" sz="5400"/>
          </a:p>
          <a:p>
            <a:r>
              <a:rPr kumimoji="1" lang="ja-JP" altLang="en-US" sz="5400"/>
              <a:t>レイヤーの</a:t>
            </a:r>
            <a:r>
              <a:rPr lang="ja-JP" altLang="en-US" sz="5400"/>
              <a:t>メッシュの子要素に刀を付ける</a:t>
            </a:r>
            <a:endParaRPr lang="en-US" altLang="ja-JP" sz="5400"/>
          </a:p>
          <a:p>
            <a:r>
              <a:rPr lang="ja-JP" altLang="en-US" sz="5400"/>
              <a:t>当たり判定を</a:t>
            </a:r>
            <a:r>
              <a:rPr lang="en-US" altLang="ja-JP" sz="5400"/>
              <a:t>overlap all</a:t>
            </a:r>
            <a:r>
              <a:rPr lang="ja-JP" altLang="en-US" sz="5400"/>
              <a:t>に変更</a:t>
            </a:r>
            <a:endParaRPr lang="en-US" altLang="ja-JP" sz="5400"/>
          </a:p>
          <a:p>
            <a:endParaRPr kumimoji="1" lang="ja-JP" altLang="en-US" sz="5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EB886E-2A6B-A7B9-5470-61865A3078D3}"/>
              </a:ext>
            </a:extLst>
          </p:cNvPr>
          <p:cNvSpPr txBox="1"/>
          <p:nvPr/>
        </p:nvSpPr>
        <p:spPr>
          <a:xfrm>
            <a:off x="394283" y="4882394"/>
            <a:ext cx="10989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参考サイト：毎日イラスト練習実施中　</a:t>
            </a:r>
            <a:r>
              <a:rPr kumimoji="1" lang="en-US" altLang="ja-JP" sz="2400"/>
              <a:t>【UE4】</a:t>
            </a:r>
            <a:r>
              <a:rPr kumimoji="1" lang="ja-JP" altLang="en-US" sz="2400"/>
              <a:t>攻撃判定の実装</a:t>
            </a:r>
            <a:endParaRPr kumimoji="1" lang="en-US" altLang="ja-JP" sz="2400"/>
          </a:p>
          <a:p>
            <a:r>
              <a:rPr kumimoji="1" lang="en-US" altLang="ja-JP" sz="2400">
                <a:hlinkClick r:id="rId2"/>
              </a:rPr>
              <a:t>https://bintololab.com/ue4-attack-collision</a:t>
            </a:r>
            <a:endParaRPr kumimoji="1" lang="en-US" altLang="ja-JP" sz="2400"/>
          </a:p>
          <a:p>
            <a:r>
              <a:rPr lang="ja-JP" altLang="en-US" sz="2400"/>
              <a:t>あぷち氏のツイート</a:t>
            </a:r>
            <a:r>
              <a:rPr kumimoji="1" lang="en-US" altLang="ja-JP" sz="2400"/>
              <a:t>https://twitter.com/abricheese/status/1660627564443099136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25678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7ADB1AE-23F4-3C7E-BFAC-219F7F54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5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1C633F6-44ED-E5F8-DD28-13ADD5E70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6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59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新井 哲宏</dc:creator>
  <cp:lastModifiedBy>新井 哲宏</cp:lastModifiedBy>
  <cp:revision>1</cp:revision>
  <dcterms:created xsi:type="dcterms:W3CDTF">2023-05-22T11:38:59Z</dcterms:created>
  <dcterms:modified xsi:type="dcterms:W3CDTF">2023-05-22T14:21:32Z</dcterms:modified>
</cp:coreProperties>
</file>